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258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Participant AI Assistant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49808" y="221284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E7FF"/>
                </a:solidFill>
              </a:rPr>
              <a:t>AI-powered self-service for loyalty program participants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2907792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Built with Node.js, Express, RAG, OpenAI integration, and a local knowledge-base fallback for resilient demos.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909560" y="1417320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09560" y="1417320"/>
            <a:ext cx="73152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29016" y="1581912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POC Scope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9016" y="1947672"/>
            <a:ext cx="30449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Points, badges, cases, recognition, product claims, and Learn &amp; Earn questions answered through a browser chat UI.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909560" y="2926080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09560" y="2926080"/>
            <a:ext cx="73152" cy="1325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29016" y="3090672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Current Demo Mode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9016" y="3456432"/>
            <a:ext cx="30449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Local Q&amp;A and knowledge-base answers continue to work even when the OpenAI API key has quota or billing issues.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49808" y="598932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D2FE"/>
                </a:solidFill>
              </a:rPr>
              <a:t>Solution Overview Deck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384280" y="642823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7D2FE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Need: Problem Statement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91640"/>
            <a:ext cx="6766560" cy="4069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Participants repeatedly ask support teams for simple loyalty information: earned points, pending points, badge status, recognitions, claims, and redemption rules.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support creates slower response times, higher operational cost, and inconsistent answers across channels.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Loyalty data is spread across program rules, ledgers, claims, recognition activity, and learning progress.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FAQ pages are static and hard to search, especially when users ask in natural language.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 API availability can be affected by key, quota, or billing issues, so the demo needs a reliable fallback path.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818120" y="169164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18120" y="1691640"/>
            <a:ext cx="73152" cy="1737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37576" y="1856232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Example User Need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37576" y="2221992"/>
            <a:ext cx="30449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"How much points I have earned till date?"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"Why are my points pending?"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"Who has given me recognition most?"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818120" y="370332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18120" y="3703320"/>
            <a:ext cx="73152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37576" y="3867912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Impact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37576" y="4233672"/>
            <a:ext cx="30449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Without automation, these simple questions still become tickets, calls, or manual lookups.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6446520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Node.js + Express + RAG + Local Knowledge Fallback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384280" y="642823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and participant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Benefits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91640"/>
            <a:ext cx="33375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691640"/>
            <a:ext cx="73152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5256" y="1856232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Instant Answers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05256" y="2221992"/>
            <a:ext cx="295351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Participants get immediate responses for points, badges, recognition, product claims, cases, and Learn &amp; Earn questions.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34840" y="1691640"/>
            <a:ext cx="33375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691640"/>
            <a:ext cx="73152" cy="1325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54296" y="1856232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Reduced Support Load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54296" y="2221992"/>
            <a:ext cx="295351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Routine questions are handled by self-service, reducing tickets and freeing administrators for higher-value issues.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83880" y="1691640"/>
            <a:ext cx="33375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83880" y="1691640"/>
            <a:ext cx="73152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03336" y="1856232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Consistent Guidance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03336" y="2221992"/>
            <a:ext cx="295351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Answers are grounded in a controlled knowledge base instead of ad hoc support responses.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3429000"/>
            <a:ext cx="33375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429000"/>
            <a:ext cx="7315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" y="3593592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Interactive Experience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05256" y="3959352"/>
            <a:ext cx="295351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Quick-topic buttons and natural language chat make the assistant easier than searching static FAQs.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434840" y="3429000"/>
            <a:ext cx="33375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34840" y="3429000"/>
            <a:ext cx="73152" cy="1325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54296" y="3593592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Demo Resilience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54296" y="3959352"/>
            <a:ext cx="295351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Local Q&amp;A fallback keeps the solution usable when OpenAI quota, billing, or keys are unavailable.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83880" y="3429000"/>
            <a:ext cx="33375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429000"/>
            <a:ext cx="73152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03336" y="3593592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Extensible Design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03336" y="3959352"/>
            <a:ext cx="295351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New participant questions can be added directly into the knowledge base and surfaced in the UI.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02920" y="6446520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Node.js + Express + RAG + Local Knowledge Fallback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384280" y="642823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solution works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Approach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91640"/>
            <a:ext cx="32461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" y="1920240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200253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63040" y="18562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Participant asks a question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63040" y="21488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475569"/>
                </a:solidFill>
              </a:rPr>
              <a:t>User enters a question in the browser chat or selects a quick topic.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4480560" y="1691640"/>
            <a:ext cx="32461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45152" y="1920240"/>
            <a:ext cx="475488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200253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57800" y="18562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Direct Q&amp;A match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57800" y="21488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475569"/>
                </a:solidFill>
              </a:rPr>
              <a:t>High-confidence personal Q&amp;A entries answer instantly from the local knowledge base.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8275320" y="1691640"/>
            <a:ext cx="32461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39912" y="1920240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39912" y="200253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052560" y="18562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RAG retrieval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52560" y="21488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475569"/>
                </a:solidFill>
              </a:rPr>
              <a:t>When OpenAI is available, embeddings retrieve relevant knowledge-base documents through vector search.</a:t>
            </a:r>
            <a:endParaRPr lang="en-US" sz="1040" dirty="0"/>
          </a:p>
        </p:txBody>
      </p:sp>
      <p:sp>
        <p:nvSpPr>
          <p:cNvPr id="21" name="Shape 19"/>
          <p:cNvSpPr/>
          <p:nvPr/>
        </p:nvSpPr>
        <p:spPr>
          <a:xfrm>
            <a:off x="685800" y="3291840"/>
            <a:ext cx="32461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0392" y="3520440"/>
            <a:ext cx="475488" cy="47548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360273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463040" y="34564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LLM response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63040" y="37490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475569"/>
                </a:solidFill>
              </a:rPr>
              <a:t>The LLM generates a grounded answer using retrieved context and returns source documents.</a:t>
            </a:r>
            <a:endParaRPr lang="en-US" sz="1040" dirty="0"/>
          </a:p>
        </p:txBody>
      </p:sp>
      <p:sp>
        <p:nvSpPr>
          <p:cNvPr id="26" name="Shape 24"/>
          <p:cNvSpPr/>
          <p:nvPr/>
        </p:nvSpPr>
        <p:spPr>
          <a:xfrm>
            <a:off x="4480560" y="3291840"/>
            <a:ext cx="32461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45152" y="3520440"/>
            <a:ext cx="475488" cy="4754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45152" y="360273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57800" y="34564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Fallback response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57800" y="37490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475569"/>
                </a:solidFill>
              </a:rPr>
              <a:t>If OpenAI is missing, unauthorized, or quota-limited, the app returns local knowledge-base answers.</a:t>
            </a:r>
            <a:endParaRPr lang="en-US" sz="1040" dirty="0"/>
          </a:p>
        </p:txBody>
      </p:sp>
      <p:sp>
        <p:nvSpPr>
          <p:cNvPr id="31" name="Shape 29"/>
          <p:cNvSpPr/>
          <p:nvPr/>
        </p:nvSpPr>
        <p:spPr>
          <a:xfrm>
            <a:off x="8275320" y="3291840"/>
            <a:ext cx="32461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39912" y="3520440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39912" y="360273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052560" y="34564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Browser UI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052560" y="37490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475569"/>
                </a:solidFill>
              </a:rPr>
              <a:t>The frontend displays answer, sources, and friendly error messages without CSP violations.</a:t>
            </a:r>
            <a:endParaRPr lang="en-US" sz="1040" dirty="0"/>
          </a:p>
        </p:txBody>
      </p:sp>
      <p:sp>
        <p:nvSpPr>
          <p:cNvPr id="36" name="Text 34"/>
          <p:cNvSpPr/>
          <p:nvPr/>
        </p:nvSpPr>
        <p:spPr>
          <a:xfrm>
            <a:off x="777240" y="5166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Core components: Express API, knowledgeBase.js, ragService.js, vectorStore.js, app.js frontend, Helmet security middleware.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02920" y="6446520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Node.js + Express + RAG + Local Knowledge Fallback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1384280" y="642823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makes this solution stand out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Differentiation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0020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600200"/>
            <a:ext cx="73152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5256" y="1764792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Personalized Runtime Q&amp;A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05256" y="2130552"/>
            <a:ext cx="48737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Supports user-specific demo questions such as earned points, pending points, recognition count, top recognizer, badge progress, and product-claim status.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600200"/>
            <a:ext cx="73152" cy="1325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83096" y="1764792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RAG + Deterministic Fallback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83096" y="2130552"/>
            <a:ext cx="48737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Combines AI search and generation with direct knowledge-base answers, so demos remain reliable when API quota is unavailable.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24612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246120"/>
            <a:ext cx="73152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" y="3410712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Source Transparency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05256" y="3776472"/>
            <a:ext cx="29535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Responses include source titles and scores, helping users understand where an answer came from.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434840" y="324612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34840" y="3246120"/>
            <a:ext cx="73152" cy="1234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54296" y="3410712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Security-Aware Frontend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54296" y="3776472"/>
            <a:ext cx="29535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Helmet CSP is respected by serving JavaScript from /app.js rather than blocked inline scripts.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83880" y="324612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3246120"/>
            <a:ext cx="73152" cy="1234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03336" y="3410712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Easy Extension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403336" y="3776472"/>
            <a:ext cx="29535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New categories and Q&amp;A entries can be added in one controlled knowledge-base file.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60120" y="5166360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Key message: This is not just an FAQ page. It is a chat-driven loyalty assistant with controlled knowledge, API integration, fallback behavior, and a working browser demo.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02920" y="6446520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Node.js + Express + RAG + Local Knowledge Fallback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384280" y="642823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walkthrough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00200"/>
            <a:ext cx="6537960" cy="4434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http://localhost:3000 and show the browser-based Participant AI Assistant.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"Earned points" to show the direct answer: "You have earned 2500 points till date."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"Pending reason" to show process-failure explanation and administrator guidance.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"Top recognizer" to show: "Mark Steel has given you the most recognition."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"My badge" or "Next badge" to show badge status and next milestone.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"My claims" or "Claim points" to show product-claim summary and earned points.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Mention that OpenAI can be enabled with a valid API key, while the current local fallback keeps the demo working.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0" y="169164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1691640"/>
            <a:ext cx="73152" cy="1691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91856" y="1856232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Demo Commands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991856" y="2221992"/>
            <a:ext cx="309067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Install: npm install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Run: npm start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Dev mode: npm run dev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Test: npm test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0" y="3703320"/>
            <a:ext cx="34747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3703320"/>
            <a:ext cx="73152" cy="1600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91856" y="3867912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Success Criteria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991856" y="4233672"/>
            <a:ext cx="309067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Answer appears in chat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Sources are shown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No CSP console error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Works even when OpenAI quota is unavailable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6446520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Node.js + Express + RAG + Local Knowledge Fallback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384280" y="642823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Participant AI Assistant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Participant AI Assistant Solution</dc:title>
  <dc:subject>AI Assistant Solution Overview</dc:subject>
  <dc:creator>Participant AI Assistant</dc:creator>
  <cp:lastModifiedBy>Participant AI Assistant</cp:lastModifiedBy>
  <cp:revision>1</cp:revision>
  <dcterms:created xsi:type="dcterms:W3CDTF">2026-06-30T11:07:34Z</dcterms:created>
  <dcterms:modified xsi:type="dcterms:W3CDTF">2026-06-30T11:07:34Z</dcterms:modified>
</cp:coreProperties>
</file>